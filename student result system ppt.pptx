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5" r:id="rId10"/>
    <p:sldId id="333" r:id="rId11"/>
    <p:sldId id="334" r:id="rId12"/>
    <p:sldId id="324" r:id="rId13"/>
  </p:sldIdLst>
  <p:sldSz cx="12192000" cy="6858000"/>
  <p:notesSz cx="6858000" cy="12192000"/>
  <p:embeddedFontLst>
    <p:embeddedFont>
      <p:font typeface="Aharoni" panose="02010803020104030203" pitchFamily="2" charset="-79"/>
      <p:bold r:id="rId15"/>
    </p:embeddedFont>
    <p:embeddedFont>
      <p:font typeface="Arial Rounded MT Bold" panose="020F0704030504030204" pitchFamily="34" charset="0"/>
      <p:regular r:id="rId16"/>
    </p:embeddedFont>
    <p:embeddedFont>
      <p:font typeface="Maiandra GD" panose="020E0502030308020204" pitchFamily="34" charset="0"/>
      <p:regular r:id="rId1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BC64A9-5C16-4007-9939-64A4DF8CCA50}" v="36" dt="2026-08-24T13:24:41.070"/>
  </p1510:revLst>
</p1510:revInfo>
</file>

<file path=ppt/tableStyles.xml><?xml version="1.0" encoding="utf-8"?>
<a:tblStyleLst xmlns:a="http://schemas.openxmlformats.org/drawingml/2006/main" def="{5C22544A-7EE6-4342-B048-85BDC9FD1C3A}">
  <a:tblStyle styleId="{42F484E2-D13C-4198-809A-BEC5E46278DC}" styleName="Style 3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solidFill>
                <a:schemeClr val="accent1"/>
              </a:solidFill>
            </a:ln>
          </a:left>
          <a:right>
            <a:ln w="12700">
              <a:solidFill>
                <a:schemeClr val="accent1"/>
              </a:solidFill>
            </a:ln>
          </a:right>
          <a:top>
            <a:ln w="12700">
              <a:solidFill>
                <a:schemeClr val="accent1"/>
              </a:solidFill>
            </a:ln>
          </a:top>
          <a:bottom>
            <a:ln w="12700">
              <a:solidFill>
                <a:schemeClr val="accent1"/>
              </a:solidFill>
            </a:ln>
          </a:bottom>
          <a:insideH>
            <a:ln w="12700">
              <a:solidFill>
                <a:schemeClr val="accent1"/>
              </a:solidFill>
            </a:ln>
          </a:insideH>
          <a:insideV>
            <a:ln w="12700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19999"/>
            </a:schemeClr>
          </a:solidFill>
        </a:fill>
      </a:tcStyle>
    </a:band1H>
    <a:band1V>
      <a:tcStyle>
        <a:tcBdr/>
        <a:fill>
          <a:solidFill>
            <a:schemeClr val="accent1">
              <a:alpha val="19999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86405" autoAdjust="0"/>
  </p:normalViewPr>
  <p:slideViewPr>
    <p:cSldViewPr>
      <p:cViewPr varScale="1">
        <p:scale>
          <a:sx n="71" d="100"/>
          <a:sy n="71" d="100"/>
        </p:scale>
        <p:origin x="13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pasupuleti314@gmail.com" userId="35baae21e35ed96b" providerId="LiveId" clId="{DD9318BD-C817-49CB-810D-50BB27F8EEFA}"/>
    <pc:docChg chg="undo custSel modSld sldOrd">
      <pc:chgData name="saipasupuleti314@gmail.com" userId="35baae21e35ed96b" providerId="LiveId" clId="{DD9318BD-C817-49CB-810D-50BB27F8EEFA}" dt="2026-08-25T04:47:09.434" v="716" actId="20577"/>
      <pc:docMkLst>
        <pc:docMk/>
      </pc:docMkLst>
      <pc:sldChg chg="ord">
        <pc:chgData name="saipasupuleti314@gmail.com" userId="35baae21e35ed96b" providerId="LiveId" clId="{DD9318BD-C817-49CB-810D-50BB27F8EEFA}" dt="2026-08-24T12:21:02.229" v="40"/>
        <pc:sldMkLst>
          <pc:docMk/>
          <pc:sldMk cId="1780977059" sldId="325"/>
        </pc:sldMkLst>
      </pc:sldChg>
      <pc:sldChg chg="addSp delSp modSp mod">
        <pc:chgData name="saipasupuleti314@gmail.com" userId="35baae21e35ed96b" providerId="LiveId" clId="{DD9318BD-C817-49CB-810D-50BB27F8EEFA}" dt="2026-08-24T12:36:05.988" v="116" actId="2711"/>
        <pc:sldMkLst>
          <pc:docMk/>
          <pc:sldMk cId="1780977059" sldId="326"/>
        </pc:sldMkLst>
        <pc:spChg chg="del mod">
          <ac:chgData name="saipasupuleti314@gmail.com" userId="35baae21e35ed96b" providerId="LiveId" clId="{DD9318BD-C817-49CB-810D-50BB27F8EEFA}" dt="2026-08-24T12:35:11.720" v="109" actId="478"/>
          <ac:spMkLst>
            <pc:docMk/>
            <pc:sldMk cId="1780977059" sldId="326"/>
            <ac:spMk id="2" creationId="{CCBC3698-B926-FCD8-3E34-A0BCA597160E}"/>
          </ac:spMkLst>
        </pc:spChg>
        <pc:spChg chg="add mod">
          <ac:chgData name="saipasupuleti314@gmail.com" userId="35baae21e35ed96b" providerId="LiveId" clId="{DD9318BD-C817-49CB-810D-50BB27F8EEFA}" dt="2026-08-24T12:36:05.988" v="116" actId="2711"/>
          <ac:spMkLst>
            <pc:docMk/>
            <pc:sldMk cId="1780977059" sldId="326"/>
            <ac:spMk id="6" creationId="{FFA82E74-A1DE-B714-2BC1-EF2D794AC9E3}"/>
          </ac:spMkLst>
        </pc:spChg>
      </pc:sldChg>
      <pc:sldChg chg="modSp mod">
        <pc:chgData name="saipasupuleti314@gmail.com" userId="35baae21e35ed96b" providerId="LiveId" clId="{DD9318BD-C817-49CB-810D-50BB27F8EEFA}" dt="2026-08-25T04:47:09.434" v="716" actId="20577"/>
        <pc:sldMkLst>
          <pc:docMk/>
          <pc:sldMk cId="1780977059" sldId="329"/>
        </pc:sldMkLst>
        <pc:spChg chg="mod">
          <ac:chgData name="saipasupuleti314@gmail.com" userId="35baae21e35ed96b" providerId="LiveId" clId="{DD9318BD-C817-49CB-810D-50BB27F8EEFA}" dt="2026-08-25T04:47:09.434" v="716" actId="20577"/>
          <ac:spMkLst>
            <pc:docMk/>
            <pc:sldMk cId="1780977059" sldId="329"/>
            <ac:spMk id="2" creationId="{CCBC3698-B926-FCD8-3E34-A0BCA597160E}"/>
          </ac:spMkLst>
        </pc:spChg>
      </pc:sldChg>
      <pc:sldChg chg="addSp delSp modSp mod">
        <pc:chgData name="saipasupuleti314@gmail.com" userId="35baae21e35ed96b" providerId="LiveId" clId="{DD9318BD-C817-49CB-810D-50BB27F8EEFA}" dt="2026-08-24T10:19:42.529" v="33" actId="1076"/>
        <pc:sldMkLst>
          <pc:docMk/>
          <pc:sldMk cId="1780977059" sldId="331"/>
        </pc:sldMkLst>
        <pc:spChg chg="del">
          <ac:chgData name="saipasupuleti314@gmail.com" userId="35baae21e35ed96b" providerId="LiveId" clId="{DD9318BD-C817-49CB-810D-50BB27F8EEFA}" dt="2026-08-24T10:15:01.081" v="0" actId="478"/>
          <ac:spMkLst>
            <pc:docMk/>
            <pc:sldMk cId="1780977059" sldId="331"/>
            <ac:spMk id="8" creationId="{00000000-0000-0000-0000-000000000000}"/>
          </ac:spMkLst>
        </pc:spChg>
        <pc:spChg chg="del">
          <ac:chgData name="saipasupuleti314@gmail.com" userId="35baae21e35ed96b" providerId="LiveId" clId="{DD9318BD-C817-49CB-810D-50BB27F8EEFA}" dt="2026-08-24T10:15:02.763" v="1" actId="478"/>
          <ac:spMkLst>
            <pc:docMk/>
            <pc:sldMk cId="1780977059" sldId="331"/>
            <ac:spMk id="10" creationId="{00000000-0000-0000-0000-000000000000}"/>
          </ac:spMkLst>
        </pc:spChg>
        <pc:spChg chg="del">
          <ac:chgData name="saipasupuleti314@gmail.com" userId="35baae21e35ed96b" providerId="LiveId" clId="{DD9318BD-C817-49CB-810D-50BB27F8EEFA}" dt="2026-08-24T10:15:04.445" v="2" actId="478"/>
          <ac:spMkLst>
            <pc:docMk/>
            <pc:sldMk cId="1780977059" sldId="331"/>
            <ac:spMk id="12" creationId="{00000000-0000-0000-0000-000000000000}"/>
          </ac:spMkLst>
        </pc:spChg>
        <pc:spChg chg="add mod">
          <ac:chgData name="saipasupuleti314@gmail.com" userId="35baae21e35ed96b" providerId="LiveId" clId="{DD9318BD-C817-49CB-810D-50BB27F8EEFA}" dt="2026-08-24T10:16:19.847" v="23"/>
          <ac:spMkLst>
            <pc:docMk/>
            <pc:sldMk cId="1780977059" sldId="331"/>
            <ac:spMk id="13" creationId="{774176BE-6834-7BA4-A4E5-892E04C97D83}"/>
          </ac:spMkLst>
        </pc:spChg>
        <pc:picChg chg="add del mod">
          <ac:chgData name="saipasupuleti314@gmail.com" userId="35baae21e35ed96b" providerId="LiveId" clId="{DD9318BD-C817-49CB-810D-50BB27F8EEFA}" dt="2026-08-24T10:15:52.219" v="20" actId="931"/>
          <ac:picMkLst>
            <pc:docMk/>
            <pc:sldMk cId="1780977059" sldId="331"/>
            <ac:picMk id="6" creationId="{1C3B1D2B-B1C7-DE64-8695-348A4D534CC9}"/>
          </ac:picMkLst>
        </pc:picChg>
        <pc:picChg chg="add mod">
          <ac:chgData name="saipasupuleti314@gmail.com" userId="35baae21e35ed96b" providerId="LiveId" clId="{DD9318BD-C817-49CB-810D-50BB27F8EEFA}" dt="2026-08-24T10:19:42.529" v="33" actId="1076"/>
          <ac:picMkLst>
            <pc:docMk/>
            <pc:sldMk cId="1780977059" sldId="331"/>
            <ac:picMk id="14" creationId="{9EB23971-2E20-E2AD-DEC4-EA6847198325}"/>
          </ac:picMkLst>
        </pc:picChg>
        <pc:cxnChg chg="del">
          <ac:chgData name="saipasupuleti314@gmail.com" userId="35baae21e35ed96b" providerId="LiveId" clId="{DD9318BD-C817-49CB-810D-50BB27F8EEFA}" dt="2026-08-24T10:15:08.910" v="4" actId="478"/>
          <ac:cxnSpMkLst>
            <pc:docMk/>
            <pc:sldMk cId="1780977059" sldId="331"/>
            <ac:cxnSpMk id="9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0:15:06.715" v="3" actId="478"/>
          <ac:cxnSpMkLst>
            <pc:docMk/>
            <pc:sldMk cId="1780977059" sldId="331"/>
            <ac:cxnSpMk id="11" creationId="{00000000-0000-0000-0000-000000000000}"/>
          </ac:cxnSpMkLst>
        </pc:cxnChg>
      </pc:sldChg>
      <pc:sldChg chg="addSp delSp modSp mod ord">
        <pc:chgData name="saipasupuleti314@gmail.com" userId="35baae21e35ed96b" providerId="LiveId" clId="{DD9318BD-C817-49CB-810D-50BB27F8EEFA}" dt="2026-08-25T01:01:46.333" v="712" actId="478"/>
        <pc:sldMkLst>
          <pc:docMk/>
          <pc:sldMk cId="1780977059" sldId="333"/>
        </pc:sldMkLst>
        <pc:spChg chg="add del mod">
          <ac:chgData name="saipasupuleti314@gmail.com" userId="35baae21e35ed96b" providerId="LiveId" clId="{DD9318BD-C817-49CB-810D-50BB27F8EEFA}" dt="2026-08-24T12:19:26.708" v="36"/>
          <ac:spMkLst>
            <pc:docMk/>
            <pc:sldMk cId="1780977059" sldId="333"/>
            <ac:spMk id="2" creationId="{79C51FC1-AC45-17C3-C1F4-C00596A3AFAE}"/>
          </ac:spMkLst>
        </pc:spChg>
        <pc:spChg chg="mod">
          <ac:chgData name="saipasupuleti314@gmail.com" userId="35baae21e35ed96b" providerId="LiveId" clId="{DD9318BD-C817-49CB-810D-50BB27F8EEFA}" dt="2026-08-25T01:01:30.046" v="710" actId="1076"/>
          <ac:spMkLst>
            <pc:docMk/>
            <pc:sldMk cId="1780977059" sldId="333"/>
            <ac:spMk id="9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5T01:01:26.315" v="709" actId="1076"/>
          <ac:spMkLst>
            <pc:docMk/>
            <pc:sldMk cId="1780977059" sldId="333"/>
            <ac:spMk id="10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5T01:01:22.155" v="708" actId="1076"/>
          <ac:spMkLst>
            <pc:docMk/>
            <pc:sldMk cId="1780977059" sldId="333"/>
            <ac:spMk id="11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5T01:01:16.432" v="707" actId="1076"/>
          <ac:spMkLst>
            <pc:docMk/>
            <pc:sldMk cId="1780977059" sldId="333"/>
            <ac:spMk id="12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5T01:01:43.454" v="711" actId="478"/>
          <ac:spMkLst>
            <pc:docMk/>
            <pc:sldMk cId="1780977059" sldId="333"/>
            <ac:spMk id="13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5T01:01:46.333" v="712" actId="478"/>
          <ac:spMkLst>
            <pc:docMk/>
            <pc:sldMk cId="1780977059" sldId="333"/>
            <ac:spMk id="14" creationId="{00000000-0000-0000-0000-000000000000}"/>
          </ac:spMkLst>
        </pc:spChg>
      </pc:sldChg>
      <pc:sldChg chg="modSp mod">
        <pc:chgData name="saipasupuleti314@gmail.com" userId="35baae21e35ed96b" providerId="LiveId" clId="{DD9318BD-C817-49CB-810D-50BB27F8EEFA}" dt="2026-08-24T13:24:41.070" v="704"/>
        <pc:sldMkLst>
          <pc:docMk/>
          <pc:sldMk cId="1780977059" sldId="334"/>
        </pc:sldMkLst>
        <pc:graphicFrameChg chg="mod modGraphic">
          <ac:chgData name="saipasupuleti314@gmail.com" userId="35baae21e35ed96b" providerId="LiveId" clId="{DD9318BD-C817-49CB-810D-50BB27F8EEFA}" dt="2026-08-24T13:24:41.070" v="704"/>
          <ac:graphicFrameMkLst>
            <pc:docMk/>
            <pc:sldMk cId="1780977059" sldId="334"/>
            <ac:graphicFrameMk id="8" creationId="{00000000-0000-0000-0000-000000000000}"/>
          </ac:graphicFrameMkLst>
        </pc:graphicFrameChg>
      </pc:sldChg>
      <pc:sldChg chg="addSp delSp modSp mod">
        <pc:chgData name="saipasupuleti314@gmail.com" userId="35baae21e35ed96b" providerId="LiveId" clId="{DD9318BD-C817-49CB-810D-50BB27F8EEFA}" dt="2026-08-24T13:13:06.926" v="700" actId="120"/>
        <pc:sldMkLst>
          <pc:docMk/>
          <pc:sldMk cId="2026700312" sldId="335"/>
        </pc:sldMkLst>
        <pc:spChg chg="mod">
          <ac:chgData name="saipasupuleti314@gmail.com" userId="35baae21e35ed96b" providerId="LiveId" clId="{DD9318BD-C817-49CB-810D-50BB27F8EEFA}" dt="2026-08-24T12:48:15.368" v="189" actId="1076"/>
          <ac:spMkLst>
            <pc:docMk/>
            <pc:sldMk cId="2026700312" sldId="335"/>
            <ac:spMk id="8" creationId="{00000000-0000-0000-0000-000000000000}"/>
          </ac:spMkLst>
        </pc:spChg>
        <pc:spChg chg="del">
          <ac:chgData name="saipasupuleti314@gmail.com" userId="35baae21e35ed96b" providerId="LiveId" clId="{DD9318BD-C817-49CB-810D-50BB27F8EEFA}" dt="2026-08-24T12:44:20.483" v="117" actId="478"/>
          <ac:spMkLst>
            <pc:docMk/>
            <pc:sldMk cId="2026700312" sldId="335"/>
            <ac:spMk id="9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47:58.436" v="186" actId="14100"/>
          <ac:spMkLst>
            <pc:docMk/>
            <pc:sldMk cId="2026700312" sldId="335"/>
            <ac:spMk id="10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47:50.555" v="185" actId="14100"/>
          <ac:spMkLst>
            <pc:docMk/>
            <pc:sldMk cId="2026700312" sldId="335"/>
            <ac:spMk id="11" creationId="{00000000-0000-0000-0000-000000000000}"/>
          </ac:spMkLst>
        </pc:spChg>
        <pc:spChg chg="del">
          <ac:chgData name="saipasupuleti314@gmail.com" userId="35baae21e35ed96b" providerId="LiveId" clId="{DD9318BD-C817-49CB-810D-50BB27F8EEFA}" dt="2026-08-24T12:45:28.608" v="131" actId="478"/>
          <ac:spMkLst>
            <pc:docMk/>
            <pc:sldMk cId="2026700312" sldId="335"/>
            <ac:spMk id="12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4T12:48:53.986" v="194" actId="478"/>
          <ac:spMkLst>
            <pc:docMk/>
            <pc:sldMk cId="2026700312" sldId="335"/>
            <ac:spMk id="17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4T12:48:59.839" v="196" actId="478"/>
          <ac:spMkLst>
            <pc:docMk/>
            <pc:sldMk cId="2026700312" sldId="335"/>
            <ac:spMk id="18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4T12:49:07.367" v="198" actId="478"/>
          <ac:spMkLst>
            <pc:docMk/>
            <pc:sldMk cId="2026700312" sldId="335"/>
            <ac:spMk id="19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4T12:49:17.297" v="200" actId="478"/>
          <ac:spMkLst>
            <pc:docMk/>
            <pc:sldMk cId="2026700312" sldId="335"/>
            <ac:spMk id="20" creationId="{00000000-0000-0000-0000-000000000000}"/>
          </ac:spMkLst>
        </pc:spChg>
        <pc:spChg chg="del">
          <ac:chgData name="saipasupuleti314@gmail.com" userId="35baae21e35ed96b" providerId="LiveId" clId="{DD9318BD-C817-49CB-810D-50BB27F8EEFA}" dt="2026-08-24T12:45:31.643" v="132" actId="478"/>
          <ac:spMkLst>
            <pc:docMk/>
            <pc:sldMk cId="2026700312" sldId="335"/>
            <ac:spMk id="21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57:29.419" v="381" actId="1076"/>
          <ac:spMkLst>
            <pc:docMk/>
            <pc:sldMk cId="2026700312" sldId="335"/>
            <ac:spMk id="22" creationId="{00000000-0000-0000-0000-000000000000}"/>
          </ac:spMkLst>
        </pc:spChg>
        <pc:spChg chg="del mod">
          <ac:chgData name="saipasupuleti314@gmail.com" userId="35baae21e35ed96b" providerId="LiveId" clId="{DD9318BD-C817-49CB-810D-50BB27F8EEFA}" dt="2026-08-24T12:54:07.847" v="321" actId="478"/>
          <ac:spMkLst>
            <pc:docMk/>
            <pc:sldMk cId="2026700312" sldId="335"/>
            <ac:spMk id="25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52:00.519" v="266" actId="115"/>
          <ac:spMkLst>
            <pc:docMk/>
            <pc:sldMk cId="2026700312" sldId="335"/>
            <ac:spMk id="27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52:12.817" v="276" actId="20577"/>
          <ac:spMkLst>
            <pc:docMk/>
            <pc:sldMk cId="2026700312" sldId="335"/>
            <ac:spMk id="28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51:26.731" v="246" actId="115"/>
          <ac:spMkLst>
            <pc:docMk/>
            <pc:sldMk cId="2026700312" sldId="335"/>
            <ac:spMk id="31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2:52:28.195" v="299" actId="20577"/>
          <ac:spMkLst>
            <pc:docMk/>
            <pc:sldMk cId="2026700312" sldId="335"/>
            <ac:spMk id="32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3:08:50.775" v="594" actId="20577"/>
          <ac:spMkLst>
            <pc:docMk/>
            <pc:sldMk cId="2026700312" sldId="335"/>
            <ac:spMk id="33" creationId="{00000000-0000-0000-0000-000000000000}"/>
          </ac:spMkLst>
        </pc:spChg>
        <pc:spChg chg="add del mod">
          <ac:chgData name="saipasupuleti314@gmail.com" userId="35baae21e35ed96b" providerId="LiveId" clId="{DD9318BD-C817-49CB-810D-50BB27F8EEFA}" dt="2026-08-24T13:10:30.325" v="669" actId="115"/>
          <ac:spMkLst>
            <pc:docMk/>
            <pc:sldMk cId="2026700312" sldId="335"/>
            <ac:spMk id="37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3:10:25.133" v="668" actId="20577"/>
          <ac:spMkLst>
            <pc:docMk/>
            <pc:sldMk cId="2026700312" sldId="335"/>
            <ac:spMk id="38" creationId="{00000000-0000-0000-0000-000000000000}"/>
          </ac:spMkLst>
        </pc:spChg>
        <pc:spChg chg="mod">
          <ac:chgData name="saipasupuleti314@gmail.com" userId="35baae21e35ed96b" providerId="LiveId" clId="{DD9318BD-C817-49CB-810D-50BB27F8EEFA}" dt="2026-08-24T13:09:29.863" v="622" actId="255"/>
          <ac:spMkLst>
            <pc:docMk/>
            <pc:sldMk cId="2026700312" sldId="335"/>
            <ac:spMk id="41" creationId="{00000000-0000-0000-0000-000000000000}"/>
          </ac:spMkLst>
        </pc:spChg>
        <pc:spChg chg="add del">
          <ac:chgData name="saipasupuleti314@gmail.com" userId="35baae21e35ed96b" providerId="LiveId" clId="{DD9318BD-C817-49CB-810D-50BB27F8EEFA}" dt="2026-08-24T12:55:41.914" v="344" actId="478"/>
          <ac:spMkLst>
            <pc:docMk/>
            <pc:sldMk cId="2026700312" sldId="335"/>
            <ac:spMk id="64" creationId="{CE4D542D-6BD1-BC02-BF12-773519161551}"/>
          </ac:spMkLst>
        </pc:spChg>
        <pc:spChg chg="add del">
          <ac:chgData name="saipasupuleti314@gmail.com" userId="35baae21e35ed96b" providerId="LiveId" clId="{DD9318BD-C817-49CB-810D-50BB27F8EEFA}" dt="2026-08-24T12:56:01.188" v="347" actId="478"/>
          <ac:spMkLst>
            <pc:docMk/>
            <pc:sldMk cId="2026700312" sldId="335"/>
            <ac:spMk id="65" creationId="{D2BA3368-99FB-185C-C755-C24A7247E692}"/>
          </ac:spMkLst>
        </pc:spChg>
        <pc:spChg chg="add mod">
          <ac:chgData name="saipasupuleti314@gmail.com" userId="35baae21e35ed96b" providerId="LiveId" clId="{DD9318BD-C817-49CB-810D-50BB27F8EEFA}" dt="2026-08-24T13:12:31.392" v="695" actId="20577"/>
          <ac:spMkLst>
            <pc:docMk/>
            <pc:sldMk cId="2026700312" sldId="335"/>
            <ac:spMk id="67" creationId="{371FC798-A912-6001-A7BD-8A147ADFA3B7}"/>
          </ac:spMkLst>
        </pc:spChg>
        <pc:spChg chg="add del mod">
          <ac:chgData name="saipasupuleti314@gmail.com" userId="35baae21e35ed96b" providerId="LiveId" clId="{DD9318BD-C817-49CB-810D-50BB27F8EEFA}" dt="2026-08-24T13:00:04.995" v="400" actId="478"/>
          <ac:spMkLst>
            <pc:docMk/>
            <pc:sldMk cId="2026700312" sldId="335"/>
            <ac:spMk id="80" creationId="{BD4F035A-9868-7A7F-09DB-C4E8B760379A}"/>
          </ac:spMkLst>
        </pc:spChg>
        <pc:spChg chg="add mod">
          <ac:chgData name="saipasupuleti314@gmail.com" userId="35baae21e35ed96b" providerId="LiveId" clId="{DD9318BD-C817-49CB-810D-50BB27F8EEFA}" dt="2026-08-24T13:12:37.268" v="696" actId="123"/>
          <ac:spMkLst>
            <pc:docMk/>
            <pc:sldMk cId="2026700312" sldId="335"/>
            <ac:spMk id="81" creationId="{ECD71292-0814-C0FB-F398-AA1BBBACD106}"/>
          </ac:spMkLst>
        </pc:spChg>
        <pc:spChg chg="add del">
          <ac:chgData name="saipasupuleti314@gmail.com" userId="35baae21e35ed96b" providerId="LiveId" clId="{DD9318BD-C817-49CB-810D-50BB27F8EEFA}" dt="2026-08-24T13:00:46.991" v="404" actId="478"/>
          <ac:spMkLst>
            <pc:docMk/>
            <pc:sldMk cId="2026700312" sldId="335"/>
            <ac:spMk id="82" creationId="{BB4F923C-09CE-E280-2776-520B6B061D33}"/>
          </ac:spMkLst>
        </pc:spChg>
        <pc:spChg chg="add mod">
          <ac:chgData name="saipasupuleti314@gmail.com" userId="35baae21e35ed96b" providerId="LiveId" clId="{DD9318BD-C817-49CB-810D-50BB27F8EEFA}" dt="2026-08-24T13:12:45.016" v="697" actId="123"/>
          <ac:spMkLst>
            <pc:docMk/>
            <pc:sldMk cId="2026700312" sldId="335"/>
            <ac:spMk id="84" creationId="{C2E550DC-1123-0707-9E41-A40DFF8F8C14}"/>
          </ac:spMkLst>
        </pc:spChg>
        <pc:spChg chg="add mod">
          <ac:chgData name="saipasupuleti314@gmail.com" userId="35baae21e35ed96b" providerId="LiveId" clId="{DD9318BD-C817-49CB-810D-50BB27F8EEFA}" dt="2026-08-24T13:12:55.030" v="698" actId="120"/>
          <ac:spMkLst>
            <pc:docMk/>
            <pc:sldMk cId="2026700312" sldId="335"/>
            <ac:spMk id="86" creationId="{618BB2AA-5F46-5241-F067-FE137B66FCFD}"/>
          </ac:spMkLst>
        </pc:spChg>
        <pc:spChg chg="add mod">
          <ac:chgData name="saipasupuleti314@gmail.com" userId="35baae21e35ed96b" providerId="LiveId" clId="{DD9318BD-C817-49CB-810D-50BB27F8EEFA}" dt="2026-08-24T13:13:01.141" v="699" actId="120"/>
          <ac:spMkLst>
            <pc:docMk/>
            <pc:sldMk cId="2026700312" sldId="335"/>
            <ac:spMk id="88" creationId="{276D2753-340F-8A13-5963-653A50C771B6}"/>
          </ac:spMkLst>
        </pc:spChg>
        <pc:spChg chg="add mod">
          <ac:chgData name="saipasupuleti314@gmail.com" userId="35baae21e35ed96b" providerId="LiveId" clId="{DD9318BD-C817-49CB-810D-50BB27F8EEFA}" dt="2026-08-24T13:07:51.956" v="576" actId="255"/>
          <ac:spMkLst>
            <pc:docMk/>
            <pc:sldMk cId="2026700312" sldId="335"/>
            <ac:spMk id="90" creationId="{DCCAF9F4-0700-84A6-B772-146F1DD1A4EE}"/>
          </ac:spMkLst>
        </pc:spChg>
        <pc:spChg chg="add mod">
          <ac:chgData name="saipasupuleti314@gmail.com" userId="35baae21e35ed96b" providerId="LiveId" clId="{DD9318BD-C817-49CB-810D-50BB27F8EEFA}" dt="2026-08-24T13:13:06.926" v="700" actId="120"/>
          <ac:spMkLst>
            <pc:docMk/>
            <pc:sldMk cId="2026700312" sldId="335"/>
            <ac:spMk id="92" creationId="{66DA8FE2-BECB-2D04-4562-A6AB10602C7A}"/>
          </ac:spMkLst>
        </pc:spChg>
        <pc:spChg chg="add del">
          <ac:chgData name="saipasupuleti314@gmail.com" userId="35baae21e35ed96b" providerId="LiveId" clId="{DD9318BD-C817-49CB-810D-50BB27F8EEFA}" dt="2026-08-24T13:04:24.334" v="466" actId="478"/>
          <ac:spMkLst>
            <pc:docMk/>
            <pc:sldMk cId="2026700312" sldId="335"/>
            <ac:spMk id="108" creationId="{BCB814A0-B8F8-4019-6385-B390674BD3CB}"/>
          </ac:spMkLst>
        </pc:spChg>
        <pc:cxnChg chg="add del mod">
          <ac:chgData name="saipasupuleti314@gmail.com" userId="35baae21e35ed96b" providerId="LiveId" clId="{DD9318BD-C817-49CB-810D-50BB27F8EEFA}" dt="2026-08-24T12:47:43.033" v="183" actId="478"/>
          <ac:cxnSpMkLst>
            <pc:docMk/>
            <pc:sldMk cId="2026700312" sldId="335"/>
            <ac:cxnSpMk id="6" creationId="{8D5C79B4-D9B0-0B9F-A21B-3F0909F7967B}"/>
          </ac:cxnSpMkLst>
        </pc:cxnChg>
        <pc:cxnChg chg="del mod">
          <ac:chgData name="saipasupuleti314@gmail.com" userId="35baae21e35ed96b" providerId="LiveId" clId="{DD9318BD-C817-49CB-810D-50BB27F8EEFA}" dt="2026-08-24T12:54:10.868" v="322" actId="478"/>
          <ac:cxnSpMkLst>
            <pc:docMk/>
            <pc:sldMk cId="2026700312" sldId="335"/>
            <ac:cxnSpMk id="13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00.488" v="318" actId="478"/>
          <ac:cxnSpMkLst>
            <pc:docMk/>
            <pc:sldMk cId="2026700312" sldId="335"/>
            <ac:cxnSpMk id="14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2:54:03.036" v="319" actId="478"/>
          <ac:cxnSpMkLst>
            <pc:docMk/>
            <pc:sldMk cId="2026700312" sldId="335"/>
            <ac:cxnSpMk id="15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2:54:13.460" v="323" actId="478"/>
          <ac:cxnSpMkLst>
            <pc:docMk/>
            <pc:sldMk cId="2026700312" sldId="335"/>
            <ac:cxnSpMk id="16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2:53:58.485" v="317" actId="478"/>
          <ac:cxnSpMkLst>
            <pc:docMk/>
            <pc:sldMk cId="2026700312" sldId="335"/>
            <ac:cxnSpMk id="23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2:53:56.071" v="316" actId="478"/>
          <ac:cxnSpMkLst>
            <pc:docMk/>
            <pc:sldMk cId="2026700312" sldId="335"/>
            <ac:cxnSpMk id="24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3:50.217" v="314" actId="478"/>
          <ac:cxnSpMkLst>
            <pc:docMk/>
            <pc:sldMk cId="2026700312" sldId="335"/>
            <ac:cxnSpMk id="29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3:52.405" v="315" actId="478"/>
          <ac:cxnSpMkLst>
            <pc:docMk/>
            <pc:sldMk cId="2026700312" sldId="335"/>
            <ac:cxnSpMk id="30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29.316" v="329" actId="478"/>
          <ac:cxnSpMkLst>
            <pc:docMk/>
            <pc:sldMk cId="2026700312" sldId="335"/>
            <ac:cxnSpMk id="34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25.075" v="327" actId="478"/>
          <ac:cxnSpMkLst>
            <pc:docMk/>
            <pc:sldMk cId="2026700312" sldId="335"/>
            <ac:cxnSpMk id="35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27.252" v="328" actId="478"/>
          <ac:cxnSpMkLst>
            <pc:docMk/>
            <pc:sldMk cId="2026700312" sldId="335"/>
            <ac:cxnSpMk id="36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20.674" v="325" actId="478"/>
          <ac:cxnSpMkLst>
            <pc:docMk/>
            <pc:sldMk cId="2026700312" sldId="335"/>
            <ac:cxnSpMk id="39" creationId="{00000000-0000-0000-0000-000000000000}"/>
          </ac:cxnSpMkLst>
        </pc:cxnChg>
        <pc:cxnChg chg="del mod">
          <ac:chgData name="saipasupuleti314@gmail.com" userId="35baae21e35ed96b" providerId="LiveId" clId="{DD9318BD-C817-49CB-810D-50BB27F8EEFA}" dt="2026-08-24T12:54:23.327" v="326" actId="478"/>
          <ac:cxnSpMkLst>
            <pc:docMk/>
            <pc:sldMk cId="2026700312" sldId="335"/>
            <ac:cxnSpMk id="40" creationId="{00000000-0000-0000-0000-000000000000}"/>
          </ac:cxnSpMkLst>
        </pc:cxnChg>
        <pc:cxnChg chg="del">
          <ac:chgData name="saipasupuleti314@gmail.com" userId="35baae21e35ed96b" providerId="LiveId" clId="{DD9318BD-C817-49CB-810D-50BB27F8EEFA}" dt="2026-08-24T12:54:17.538" v="324" actId="478"/>
          <ac:cxnSpMkLst>
            <pc:docMk/>
            <pc:sldMk cId="2026700312" sldId="335"/>
            <ac:cxnSpMk id="42" creationId="{00000000-0000-0000-0000-000000000000}"/>
          </ac:cxnSpMkLst>
        </pc:cxnChg>
        <pc:cxnChg chg="add del mod">
          <ac:chgData name="saipasupuleti314@gmail.com" userId="35baae21e35ed96b" providerId="LiveId" clId="{DD9318BD-C817-49CB-810D-50BB27F8EEFA}" dt="2026-08-24T12:47:40.286" v="182" actId="478"/>
          <ac:cxnSpMkLst>
            <pc:docMk/>
            <pc:sldMk cId="2026700312" sldId="335"/>
            <ac:cxnSpMk id="44" creationId="{98C38883-01ED-8189-CD64-BD4F7D4CD606}"/>
          </ac:cxnSpMkLst>
        </pc:cxnChg>
        <pc:cxnChg chg="add">
          <ac:chgData name="saipasupuleti314@gmail.com" userId="35baae21e35ed96b" providerId="LiveId" clId="{DD9318BD-C817-49CB-810D-50BB27F8EEFA}" dt="2026-08-24T12:48:22.932" v="190" actId="11529"/>
          <ac:cxnSpMkLst>
            <pc:docMk/>
            <pc:sldMk cId="2026700312" sldId="335"/>
            <ac:cxnSpMk id="49" creationId="{4A139EAB-4584-CBED-941B-4CC630955D83}"/>
          </ac:cxnSpMkLst>
        </pc:cxnChg>
        <pc:cxnChg chg="add">
          <ac:chgData name="saipasupuleti314@gmail.com" userId="35baae21e35ed96b" providerId="LiveId" clId="{DD9318BD-C817-49CB-810D-50BB27F8EEFA}" dt="2026-08-24T12:48:31.813" v="191" actId="11529"/>
          <ac:cxnSpMkLst>
            <pc:docMk/>
            <pc:sldMk cId="2026700312" sldId="335"/>
            <ac:cxnSpMk id="51" creationId="{EED3954B-FA90-5C36-F417-E3300309062D}"/>
          </ac:cxnSpMkLst>
        </pc:cxnChg>
        <pc:cxnChg chg="add mod">
          <ac:chgData name="saipasupuleti314@gmail.com" userId="35baae21e35ed96b" providerId="LiveId" clId="{DD9318BD-C817-49CB-810D-50BB27F8EEFA}" dt="2026-08-24T12:52:46.482" v="301" actId="13822"/>
          <ac:cxnSpMkLst>
            <pc:docMk/>
            <pc:sldMk cId="2026700312" sldId="335"/>
            <ac:cxnSpMk id="53" creationId="{6A0EDA84-D2C9-A836-0FDA-DF1E72A87C47}"/>
          </ac:cxnSpMkLst>
        </pc:cxnChg>
        <pc:cxnChg chg="add del mod">
          <ac:chgData name="saipasupuleti314@gmail.com" userId="35baae21e35ed96b" providerId="LiveId" clId="{DD9318BD-C817-49CB-810D-50BB27F8EEFA}" dt="2026-08-24T12:53:33.862" v="311" actId="478"/>
          <ac:cxnSpMkLst>
            <pc:docMk/>
            <pc:sldMk cId="2026700312" sldId="335"/>
            <ac:cxnSpMk id="55" creationId="{5609CC74-85D0-EDDE-F5CD-0B74105B34E1}"/>
          </ac:cxnSpMkLst>
        </pc:cxnChg>
        <pc:cxnChg chg="add mod">
          <ac:chgData name="saipasupuleti314@gmail.com" userId="35baae21e35ed96b" providerId="LiveId" clId="{DD9318BD-C817-49CB-810D-50BB27F8EEFA}" dt="2026-08-24T12:53:08.540" v="305" actId="13822"/>
          <ac:cxnSpMkLst>
            <pc:docMk/>
            <pc:sldMk cId="2026700312" sldId="335"/>
            <ac:cxnSpMk id="57" creationId="{284176A3-04BC-17E1-8C20-2BDE98EDAB92}"/>
          </ac:cxnSpMkLst>
        </pc:cxnChg>
        <pc:cxnChg chg="add del mod">
          <ac:chgData name="saipasupuleti314@gmail.com" userId="35baae21e35ed96b" providerId="LiveId" clId="{DD9318BD-C817-49CB-810D-50BB27F8EEFA}" dt="2026-08-24T12:53:23.261" v="308" actId="478"/>
          <ac:cxnSpMkLst>
            <pc:docMk/>
            <pc:sldMk cId="2026700312" sldId="335"/>
            <ac:cxnSpMk id="59" creationId="{51BBE488-604D-4A40-4573-C7FC3619F0D1}"/>
          </ac:cxnSpMkLst>
        </pc:cxnChg>
        <pc:cxnChg chg="add mod">
          <ac:chgData name="saipasupuleti314@gmail.com" userId="35baae21e35ed96b" providerId="LiveId" clId="{DD9318BD-C817-49CB-810D-50BB27F8EEFA}" dt="2026-08-24T12:53:31.201" v="310" actId="13822"/>
          <ac:cxnSpMkLst>
            <pc:docMk/>
            <pc:sldMk cId="2026700312" sldId="335"/>
            <ac:cxnSpMk id="61" creationId="{F4D1A526-DFFB-ABB2-A6B8-FD0A0C132059}"/>
          </ac:cxnSpMkLst>
        </pc:cxnChg>
        <pc:cxnChg chg="add mod">
          <ac:chgData name="saipasupuleti314@gmail.com" userId="35baae21e35ed96b" providerId="LiveId" clId="{DD9318BD-C817-49CB-810D-50BB27F8EEFA}" dt="2026-08-24T12:53:43.672" v="313" actId="13822"/>
          <ac:cxnSpMkLst>
            <pc:docMk/>
            <pc:sldMk cId="2026700312" sldId="335"/>
            <ac:cxnSpMk id="63" creationId="{EDC9AFCE-E272-F54D-F34E-5225CBD0B864}"/>
          </ac:cxnSpMkLst>
        </pc:cxnChg>
        <pc:cxnChg chg="add mod">
          <ac:chgData name="saipasupuleti314@gmail.com" userId="35baae21e35ed96b" providerId="LiveId" clId="{DD9318BD-C817-49CB-810D-50BB27F8EEFA}" dt="2026-08-24T12:57:36.001" v="383" actId="13822"/>
          <ac:cxnSpMkLst>
            <pc:docMk/>
            <pc:sldMk cId="2026700312" sldId="335"/>
            <ac:cxnSpMk id="69" creationId="{D059A8BD-F4DC-8866-78A8-9285AD8B9369}"/>
          </ac:cxnSpMkLst>
        </pc:cxnChg>
        <pc:cxnChg chg="add mod">
          <ac:chgData name="saipasupuleti314@gmail.com" userId="35baae21e35ed96b" providerId="LiveId" clId="{DD9318BD-C817-49CB-810D-50BB27F8EEFA}" dt="2026-08-24T12:58:00.043" v="385" actId="13822"/>
          <ac:cxnSpMkLst>
            <pc:docMk/>
            <pc:sldMk cId="2026700312" sldId="335"/>
            <ac:cxnSpMk id="71" creationId="{10DE129B-5C47-94EF-0A77-4E2B90568B3A}"/>
          </ac:cxnSpMkLst>
        </pc:cxnChg>
        <pc:cxnChg chg="add mod">
          <ac:chgData name="saipasupuleti314@gmail.com" userId="35baae21e35ed96b" providerId="LiveId" clId="{DD9318BD-C817-49CB-810D-50BB27F8EEFA}" dt="2026-08-24T13:10:09.478" v="651" actId="1076"/>
          <ac:cxnSpMkLst>
            <pc:docMk/>
            <pc:sldMk cId="2026700312" sldId="335"/>
            <ac:cxnSpMk id="73" creationId="{E1FA370C-D82A-936C-192B-FBE2F590F935}"/>
          </ac:cxnSpMkLst>
        </pc:cxnChg>
        <pc:cxnChg chg="add mod">
          <ac:chgData name="saipasupuleti314@gmail.com" userId="35baae21e35ed96b" providerId="LiveId" clId="{DD9318BD-C817-49CB-810D-50BB27F8EEFA}" dt="2026-08-24T12:58:49.607" v="392" actId="13822"/>
          <ac:cxnSpMkLst>
            <pc:docMk/>
            <pc:sldMk cId="2026700312" sldId="335"/>
            <ac:cxnSpMk id="75" creationId="{179E09D1-F5CB-B6B1-8433-DD3F5DE07215}"/>
          </ac:cxnSpMkLst>
        </pc:cxnChg>
        <pc:cxnChg chg="add mod">
          <ac:chgData name="saipasupuleti314@gmail.com" userId="35baae21e35ed96b" providerId="LiveId" clId="{DD9318BD-C817-49CB-810D-50BB27F8EEFA}" dt="2026-08-24T12:58:44.671" v="391" actId="13822"/>
          <ac:cxnSpMkLst>
            <pc:docMk/>
            <pc:sldMk cId="2026700312" sldId="335"/>
            <ac:cxnSpMk id="77" creationId="{AE974CAC-F0B4-16B4-A8EA-F97BF19F039A}"/>
          </ac:cxnSpMkLst>
        </pc:cxnChg>
        <pc:cxnChg chg="add mod">
          <ac:chgData name="saipasupuleti314@gmail.com" userId="35baae21e35ed96b" providerId="LiveId" clId="{DD9318BD-C817-49CB-810D-50BB27F8EEFA}" dt="2026-08-24T12:59:02.354" v="394" actId="13822"/>
          <ac:cxnSpMkLst>
            <pc:docMk/>
            <pc:sldMk cId="2026700312" sldId="335"/>
            <ac:cxnSpMk id="79" creationId="{A6AA7C59-E17E-773E-7AAB-CEB81FDC86A1}"/>
          </ac:cxnSpMkLst>
        </pc:cxnChg>
        <pc:cxnChg chg="add mod">
          <ac:chgData name="saipasupuleti314@gmail.com" userId="35baae21e35ed96b" providerId="LiveId" clId="{DD9318BD-C817-49CB-810D-50BB27F8EEFA}" dt="2026-08-24T13:01:40.089" v="416" actId="13822"/>
          <ac:cxnSpMkLst>
            <pc:docMk/>
            <pc:sldMk cId="2026700312" sldId="335"/>
            <ac:cxnSpMk id="94" creationId="{83063A4D-8D5E-781E-62EB-B36F2ED4E5C7}"/>
          </ac:cxnSpMkLst>
        </pc:cxnChg>
        <pc:cxnChg chg="add">
          <ac:chgData name="saipasupuleti314@gmail.com" userId="35baae21e35ed96b" providerId="LiveId" clId="{DD9318BD-C817-49CB-810D-50BB27F8EEFA}" dt="2026-08-24T13:01:48.720" v="417" actId="11529"/>
          <ac:cxnSpMkLst>
            <pc:docMk/>
            <pc:sldMk cId="2026700312" sldId="335"/>
            <ac:cxnSpMk id="96" creationId="{F214F75D-C811-5B50-1FDE-CF56CD70436E}"/>
          </ac:cxnSpMkLst>
        </pc:cxnChg>
        <pc:cxnChg chg="add mod">
          <ac:chgData name="saipasupuleti314@gmail.com" userId="35baae21e35ed96b" providerId="LiveId" clId="{DD9318BD-C817-49CB-810D-50BB27F8EEFA}" dt="2026-08-24T13:12:28" v="694" actId="1076"/>
          <ac:cxnSpMkLst>
            <pc:docMk/>
            <pc:sldMk cId="2026700312" sldId="335"/>
            <ac:cxnSpMk id="98" creationId="{7B35E031-AF14-CA83-C2BE-A392A571F0E5}"/>
          </ac:cxnSpMkLst>
        </pc:cxnChg>
        <pc:cxnChg chg="add mod">
          <ac:chgData name="saipasupuleti314@gmail.com" userId="35baae21e35ed96b" providerId="LiveId" clId="{DD9318BD-C817-49CB-810D-50BB27F8EEFA}" dt="2026-08-24T13:06:29.052" v="496" actId="1037"/>
          <ac:cxnSpMkLst>
            <pc:docMk/>
            <pc:sldMk cId="2026700312" sldId="335"/>
            <ac:cxnSpMk id="100" creationId="{71C8CAD7-C285-9EAD-DAD0-CE5522035331}"/>
          </ac:cxnSpMkLst>
        </pc:cxnChg>
        <pc:cxnChg chg="add mod">
          <ac:chgData name="saipasupuleti314@gmail.com" userId="35baae21e35ed96b" providerId="LiveId" clId="{DD9318BD-C817-49CB-810D-50BB27F8EEFA}" dt="2026-08-24T13:02:33.130" v="423" actId="13822"/>
          <ac:cxnSpMkLst>
            <pc:docMk/>
            <pc:sldMk cId="2026700312" sldId="335"/>
            <ac:cxnSpMk id="102" creationId="{C3A6DFBE-7A90-9DB8-6B00-AA3323A79148}"/>
          </ac:cxnSpMkLst>
        </pc:cxnChg>
        <pc:cxnChg chg="add mod">
          <ac:chgData name="saipasupuleti314@gmail.com" userId="35baae21e35ed96b" providerId="LiveId" clId="{DD9318BD-C817-49CB-810D-50BB27F8EEFA}" dt="2026-08-24T13:02:41.356" v="425" actId="13822"/>
          <ac:cxnSpMkLst>
            <pc:docMk/>
            <pc:sldMk cId="2026700312" sldId="335"/>
            <ac:cxnSpMk id="104" creationId="{CD94A741-21CF-DFC6-E8B6-7B11B96B8342}"/>
          </ac:cxnSpMkLst>
        </pc:cxnChg>
        <pc:cxnChg chg="add mod">
          <ac:chgData name="saipasupuleti314@gmail.com" userId="35baae21e35ed96b" providerId="LiveId" clId="{DD9318BD-C817-49CB-810D-50BB27F8EEFA}" dt="2026-08-24T13:02:52.989" v="427" actId="13822"/>
          <ac:cxnSpMkLst>
            <pc:docMk/>
            <pc:sldMk cId="2026700312" sldId="335"/>
            <ac:cxnSpMk id="106" creationId="{F6E8806F-6F63-F0E0-0841-22CBD5450CD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185095" y="0"/>
            <a:ext cx="1671638" cy="81562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947988" y="2032000"/>
            <a:ext cx="9753601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5763" y="7823200"/>
            <a:ext cx="3086100" cy="6400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85095" y="15440380"/>
            <a:ext cx="1671638" cy="81562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DCFA7E3-AF1E-4675-AD18-D5B679F37F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4E6D2F1-D737-43DE-B4CE-C454EF7BB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54199"/>
            <a:ext cx="9144000" cy="1655763"/>
          </a:xfrm>
        </p:spPr>
        <p:txBody>
          <a:bodyPr rtlCol="0" anchor="b"/>
          <a:lstStyle>
            <a:lvl1pPr lvl="0" algn="ctr">
              <a:defRPr lang="en-US" sz="6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2171CF1-2CD1-4848-A55A-5A508E25A32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04F51DF-EF08-4C97-A330-FD7D92F0E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rtlCol="0"/>
          <a:lstStyle>
            <a:lvl1pPr marL="0" lvl="0" indent="0" algn="ctr">
              <a:buNone/>
              <a:defRPr lang="en-US" sz="2400" dirty="0"/>
            </a:lvl1pPr>
            <a:lvl2pPr marL="457200" lvl="1" indent="0" algn="ctr">
              <a:buNone/>
              <a:defRPr lang="en-US" sz="2000" dirty="0"/>
            </a:lvl2pPr>
            <a:lvl3pPr marL="914400" lvl="2" indent="0" algn="ctr">
              <a:buNone/>
              <a:defRPr lang="en-US" sz="1800" dirty="0"/>
            </a:lvl3pPr>
            <a:lvl4pPr marL="1371600" lvl="3" indent="0" algn="ctr">
              <a:buNone/>
              <a:defRPr lang="en-US" sz="1600" dirty="0"/>
            </a:lvl4pPr>
            <a:lvl5pPr marL="1828800" lvl="4" indent="0" algn="ctr">
              <a:buNone/>
              <a:defRPr lang="en-US" sz="1600" dirty="0"/>
            </a:lvl5pPr>
            <a:lvl6pPr marL="2286000" lvl="5" indent="0" algn="ctr">
              <a:buNone/>
              <a:defRPr lang="en-US" sz="1600" dirty="0"/>
            </a:lvl6pPr>
            <a:lvl7pPr marL="2743200" lvl="6" indent="0" algn="ctr">
              <a:buNone/>
              <a:defRPr lang="en-US" sz="1600" dirty="0"/>
            </a:lvl7pPr>
            <a:lvl8pPr marL="3200400" lvl="7" indent="0" algn="ctr">
              <a:buNone/>
              <a:defRPr lang="en-US" sz="1600" dirty="0"/>
            </a:lvl8pPr>
            <a:lvl9pPr marL="3657600" lvl="8" indent="0" algn="ctr">
              <a:buNone/>
              <a:defRPr lang="en-US" sz="1600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>
            <a:extLst>
              <a:ext uri="{C1EB77FD-C848-422B-B273-451CDA41F4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682ECF-C071-4F62-8564-87ABCCA31A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67608" y="592088"/>
            <a:ext cx="7609140" cy="1008112"/>
          </a:xfrm>
          <a:prstGeom prst="rect">
            <a:avLst/>
          </a:prstGeom>
          <a:noFill/>
        </p:spPr>
      </p:pic>
      <p:sp>
        <p:nvSpPr>
          <p:cNvPr id="5" name="Footer Placeholder 4">
            <a:extLst>
              <a:ext uri="{C687AB22-C009-4796-A595-4B274F53E9E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9EC38CB-622C-4106-803A-85E3D5477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0F4214F-3E4E-4B8B-8AC2-BF59D50B2CD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25D679E-58E0-45F1-BEFC-163C6EEC1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7" name="Date Placeholder 3">
            <a:extLst>
              <a:ext uri="{02364871-6258-47BB-A41D-1E9BEBD3EA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E775BF1-9C64-4531-A7E2-730347FD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3B885CB-12B0-4AB7-A523-856A576656C9}" type="datetime1">
              <a:rPr lang="en-US" smtClean="0"/>
              <a:t>8/25/2026</a:t>
            </a:fld>
            <a:endParaRPr lang="en-US" dirty="0"/>
          </a:p>
        </p:txBody>
      </p:sp>
    </p:spTree>
    <p:extLst>
      <p:ext uri="{7D129387-9967-4C73-939D-69EF041DFD9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05269A97-DC81-49F9-B896-84CAB659C6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56F5785-025F-4915-96E3-0AFF7163BC1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869085" y="1561876"/>
            <a:ext cx="10515600" cy="4531419"/>
          </a:xfrm>
        </p:spPr>
        <p:txBody>
          <a:bodyPr rtlCol="0"/>
          <a:lstStyle>
            <a:lvl1pPr marL="457200" lvl="0" indent="0">
              <a:buNone/>
            </a:lvl1pPr>
            <a:lvl2pPr marL="914400" lvl="1" indent="0">
              <a:buNone/>
            </a:lvl2pPr>
            <a:lvl3pPr marL="1371600" lvl="2" indent="0">
              <a:buNone/>
            </a:lvl3pPr>
            <a:lvl4pPr marL="1828800" lvl="3" indent="0">
              <a:buNone/>
            </a:lvl4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>
            <a:extLst>
              <a:ext uri="{C7EE3D1E-6A2F-4B40-9445-6784FC740AC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C561F3-3431-4CB3-94B3-3A3D9CDA63D8}"/>
              </a:ext>
            </a:extLst>
          </p:cNvPr>
          <p:cNvSpPr>
            <a:spLocks noGrp="1"/>
          </p:cNvSpPr>
          <p:nvPr>
            <p:ph type="dt" sz="half" idx="1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C20F1802-9C65-458A-8FBF-F4B557FF234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E2B100E3-D1A2-4814-971B-1F28BC986B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6403740-14DB-4D0C-AC81-1640F2592B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pic>
        <p:nvPicPr>
          <p:cNvPr id="5" name="Picture 2">
            <a:extLst>
              <a:ext uri="{DAD87817-DB1B-4DE8-BD41-41BB3E99A74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3518EA9-28E9-4397-BCB4-F5D7ABFF9E3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6" name="Slide Number Placeholder 3">
            <a:extLst>
              <a:ext uri="{8B62DEED-5952-4478-9464-706CCDCB22D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265A311-D434-4806-B3C0-ED40E2B04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9359D16F-76A5-41BA-ADDD-CBF352B33DDD}" type="slidenum">
              <a:t>‹#›</a:t>
            </a:fld>
            <a:endParaRPr lang="en-US" dirty="0"/>
          </a:p>
        </p:txBody>
      </p:sp>
    </p:spTree>
    <p:extLst>
      <p:ext uri="{E791D5F0-FCE4-45B8-828D-F7D7E855498A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2A124749-B5E7-4428-BF59-41C47B6A61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CFA2DB-E1A9-463A-BC5A-35A8CCF5293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0709" y="-243408"/>
            <a:ext cx="3249644" cy="1800000"/>
          </a:xfrm>
          <a:prstGeom prst="rect">
            <a:avLst/>
          </a:prstGeom>
          <a:noFill/>
        </p:spPr>
      </p:pic>
      <p:sp>
        <p:nvSpPr>
          <p:cNvPr id="3" name="Date Placeholder 2">
            <a:extLst>
              <a:ext uri="{E7A761B9-81CB-49B2-8BE6-983B6B07B3D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471AC3-982D-4B96-9E59-D3B6F74D9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5400" y="6278769"/>
            <a:ext cx="1656183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fld id="{E761D253-940C-44B0-8F51-8C8A37AEAF73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7A687B93-B742-4FC6-AC3F-36C63D4DF7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844C2E-6153-4C88-A824-95DE18C30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67608" y="6278771"/>
            <a:ext cx="6912768" cy="365125"/>
          </a:xfrm>
          <a:ln>
            <a:noFill/>
          </a:ln>
        </p:spPr>
        <p:txBody>
          <a:bodyPr rtlCol="0"/>
          <a:lstStyle>
            <a:lvl1pPr lvl="0">
              <a:defRPr lang="en-US" b="1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3">
            <a:extLst>
              <a:ext uri="{A59E037D-D639-4F65-9477-94A0EBCDC4E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C0A76B5-951D-4394-8F2D-A4E34AC06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72464" y="6356350"/>
            <a:ext cx="1081336" cy="365125"/>
          </a:xfrm>
        </p:spPr>
        <p:txBody>
          <a:bodyPr rtlCol="0"/>
          <a:lstStyle/>
          <a:p>
            <a:fld id="{D9C5B093-D3DD-4808-813A-F58BF8E67773}" type="slidenum">
              <a:t>‹#›</a:t>
            </a:fld>
            <a:endParaRPr lang="en-US" dirty="0"/>
          </a:p>
        </p:txBody>
      </p:sp>
    </p:spTree>
    <p:extLst>
      <p:ext uri="{917857EF-1D39-4225-A829-037EB1D2793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8EA39CE-E158-4B2A-99CD-545B14A22D3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313CDBB-BA82-4DED-973B-07A500BC5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76CEBE57-5AC2-4233-9D99-CAE469A4C85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438A3C5-0C27-48D9-9FD4-D71686301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5757E326-5F3E-43A1-830E-27FE2CE96B3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1FB99B2-34CB-4F0C-AABD-9CC4327C4B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2B5FF2-DAF6-4310-9A1D-797D39C1E342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>
            <a:extLst>
              <a:ext uri="{71906065-35B4-4935-A9D1-FD668DE1E5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7A5B885-A2DA-46BA-BC42-719D5CA3E2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6" name="Slide Number Placeholder 5">
            <a:extLst>
              <a:ext uri="{35F2950A-B1CB-4727-AB58-367C2C82CEA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979ABAE-2F0E-462F-935B-AC49E1A2F7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A9481-3A84-418C-9FCC-1F8C2D158F80}" type="slidenum"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/>
  <p:txStyles>
    <p:titleStyle>
      <a:lvl1pPr lvl="0" algn="l" rtl="0">
        <a:lnSpc>
          <a:spcPct val="90000"/>
        </a:lnSpc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228600" lvl="0" indent="-228600" algn="l" rtl="0">
        <a:lnSpc>
          <a:spcPct val="90000"/>
        </a:lnSpc>
        <a:spcBef>
          <a:spcPts val="1000"/>
        </a:spcBef>
        <a:buChar char="•"/>
        <a:defRPr lang="en-US" sz="2800" dirty="0">
          <a:solidFill>
            <a:schemeClr val="tx1"/>
          </a:solidFill>
          <a:latin typeface="+mn-lt"/>
        </a:defRPr>
      </a:lvl1pPr>
      <a:lvl2pPr marL="685800" lvl="1" indent="-228600" algn="l" rtl="0">
        <a:lnSpc>
          <a:spcPct val="90000"/>
        </a:lnSpc>
        <a:spcBef>
          <a:spcPts val="500"/>
        </a:spcBef>
        <a:buChar char="•"/>
        <a:defRPr lang="en-US" sz="2400" dirty="0">
          <a:solidFill>
            <a:schemeClr val="tx1"/>
          </a:solidFill>
          <a:latin typeface="+mn-lt"/>
        </a:defRPr>
      </a:lvl2pPr>
      <a:lvl3pPr marL="1143000" lvl="2" indent="-228600" algn="l" rtl="0">
        <a:lnSpc>
          <a:spcPct val="90000"/>
        </a:lnSpc>
        <a:spcBef>
          <a:spcPts val="500"/>
        </a:spcBef>
        <a:buChar char="•"/>
        <a:defRPr lang="en-US" sz="2000" dirty="0">
          <a:solidFill>
            <a:schemeClr val="tx1"/>
          </a:solidFill>
          <a:latin typeface="+mn-lt"/>
        </a:defRPr>
      </a:lvl3pPr>
      <a:lvl4pPr marL="1600200" lvl="3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4pPr>
      <a:lvl5pPr marL="2057400" lvl="4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5pPr>
      <a:lvl6pPr marL="2514600" lvl="5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6pPr>
      <a:lvl7pPr marL="2971800" lvl="6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7pPr>
      <a:lvl8pPr marL="3429000" lvl="7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8pPr>
      <a:lvl9pPr marL="3886200" lvl="8" indent="-228600" algn="l" rtl="0">
        <a:lnSpc>
          <a:spcPct val="90000"/>
        </a:lnSpc>
        <a:spcBef>
          <a:spcPts val="500"/>
        </a:spcBef>
        <a:buChar char="•"/>
        <a:defRPr lang="en-US" sz="18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173A155-D39B-4A4B-8D04-AEDF7C7451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5635022-F8A5-4229-B18F-290C3D3C64FB}"/>
              </a:ext>
            </a:extLst>
          </p:cNvPr>
          <p:cNvSpPr txBox="1"/>
          <p:nvPr/>
        </p:nvSpPr>
        <p:spPr>
          <a:xfrm>
            <a:off x="1055440" y="1700808"/>
            <a:ext cx="10374560" cy="10423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4000" dirty="0">
              <a:solidFill>
                <a:srgbClr val="00B050"/>
              </a:solidFill>
              <a:latin typeface="Arial Rounded MT Bold"/>
            </a:endParaRPr>
          </a:p>
        </p:txBody>
      </p:sp>
      <p:sp>
        <p:nvSpPr>
          <p:cNvPr id="3" name="Title 1">
            <a:extLst>
              <a:ext uri="{64856C8F-7DB4-4507-9010-97CF4AE55C3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2140DA9-F832-465D-86DE-FEB6803F3756}"/>
              </a:ext>
            </a:extLst>
          </p:cNvPr>
          <p:cNvSpPr txBox="1"/>
          <p:nvPr/>
        </p:nvSpPr>
        <p:spPr>
          <a:xfrm>
            <a:off x="-152400" y="1707980"/>
            <a:ext cx="10696612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endParaRPr lang="en-US" sz="2800" dirty="0">
              <a:solidFill>
                <a:srgbClr val="C00000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159A1-205A-9A84-5F29-BAC09BFFE5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388956"/>
              </p:ext>
            </p:extLst>
          </p:nvPr>
        </p:nvGraphicFramePr>
        <p:xfrm>
          <a:off x="4241800" y="4038600"/>
          <a:ext cx="4978400" cy="14477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480350">
                  <a:extLst>
                    <a:ext uri="{9D8B030D-6E8A-4147-A177-3AD203B41FA5}">
                      <a16:colId xmlns:a16="http://schemas.microsoft.com/office/drawing/2014/main" val="4008646060"/>
                    </a:ext>
                  </a:extLst>
                </a:gridCol>
                <a:gridCol w="3498050">
                  <a:extLst>
                    <a:ext uri="{9D8B030D-6E8A-4147-A177-3AD203B41FA5}">
                      <a16:colId xmlns:a16="http://schemas.microsoft.com/office/drawing/2014/main" val="4177372121"/>
                    </a:ext>
                  </a:extLst>
                </a:gridCol>
              </a:tblGrid>
              <a:tr h="30663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1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4029920218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060361553"/>
                  </a:ext>
                </a:extLst>
              </a:tr>
              <a:tr h="47787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2251409142"/>
                  </a:ext>
                </a:extLst>
              </a:tr>
              <a:tr h="331644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600" b="0" i="0" u="none" strike="noStrike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IN" sz="1600" b="0" i="0" u="none" strike="noStrike" dirty="0">
                        <a:solidFill>
                          <a:srgbClr val="0000F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" marR="6350" marT="6350" anchor="ctr"/>
                </a:tc>
                <a:extLst>
                  <a:ext uri="{0D108BD9-81ED-4DB2-BD59-A6C34878D82A}">
                    <a16:rowId xmlns:a16="http://schemas.microsoft.com/office/drawing/2014/main" val="384611260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6C4B277-35B1-66B2-CF17-374EC4A29BD2}"/>
              </a:ext>
            </a:extLst>
          </p:cNvPr>
          <p:cNvSpPr txBox="1"/>
          <p:nvPr/>
        </p:nvSpPr>
        <p:spPr>
          <a:xfrm>
            <a:off x="3238500" y="1603562"/>
            <a:ext cx="6400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00FF"/>
                </a:solidFill>
              </a:rPr>
              <a:t>STUDENT RESULT SYSTEM</a:t>
            </a:r>
            <a:endParaRPr lang="en-IN" sz="4000" b="1" dirty="0">
              <a:solidFill>
                <a:srgbClr val="0000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0FE588-FBFB-5B2E-F1B3-DF95E386A719}"/>
              </a:ext>
            </a:extLst>
          </p:cNvPr>
          <p:cNvSpPr txBox="1"/>
          <p:nvPr/>
        </p:nvSpPr>
        <p:spPr>
          <a:xfrm>
            <a:off x="4457700" y="2449948"/>
            <a:ext cx="3276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</a:rPr>
              <a:t>Presented By:</a:t>
            </a:r>
            <a:endParaRPr lang="en-IN" sz="2400" u="sng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62A88A-EC0B-9F57-F712-14884A2CDDA7}"/>
              </a:ext>
            </a:extLst>
          </p:cNvPr>
          <p:cNvSpPr txBox="1"/>
          <p:nvPr/>
        </p:nvSpPr>
        <p:spPr>
          <a:xfrm>
            <a:off x="4427220" y="3008452"/>
            <a:ext cx="570738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25B11AI908  </a:t>
            </a:r>
            <a:r>
              <a:rPr lang="en-US" sz="2000" b="1" dirty="0"/>
              <a:t>Pasupuleti Sai</a:t>
            </a:r>
          </a:p>
          <a:p>
            <a:r>
              <a:rPr lang="en-US" dirty="0"/>
              <a:t>25B11AI745 </a:t>
            </a:r>
            <a:r>
              <a:rPr lang="en-US" sz="1400" dirty="0"/>
              <a:t>  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</a:rPr>
              <a:t>MANNEPALLY MARUTHI NAGA SAI SRINIVAS</a:t>
            </a:r>
            <a:endParaRPr lang="en-US" sz="1400" dirty="0"/>
          </a:p>
          <a:p>
            <a:r>
              <a:rPr lang="en-US" dirty="0"/>
              <a:t>25B11AIC03  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</a:rPr>
              <a:t>THOTAKURI REVANTH</a:t>
            </a:r>
            <a:endParaRPr lang="en-US" sz="1400" dirty="0"/>
          </a:p>
          <a:p>
            <a:r>
              <a:rPr lang="en-US" dirty="0"/>
              <a:t>26B21AI099   </a:t>
            </a:r>
            <a:r>
              <a:rPr lang="en-IN" sz="1400" dirty="0">
                <a:solidFill>
                  <a:srgbClr val="000000"/>
                </a:solidFill>
                <a:latin typeface="Arial" panose="020B0604020202020204" pitchFamily="34" charset="0"/>
              </a:rPr>
              <a:t>PASUPULETI VENKATA SURYA HARSHA</a:t>
            </a:r>
            <a:endParaRPr lang="en-IN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2017F0-A5E7-B6C7-4B27-92FB29816EA2}"/>
              </a:ext>
            </a:extLst>
          </p:cNvPr>
          <p:cNvSpPr txBox="1"/>
          <p:nvPr/>
        </p:nvSpPr>
        <p:spPr>
          <a:xfrm>
            <a:off x="4463079" y="4320886"/>
            <a:ext cx="43599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FF0000"/>
                </a:solidFill>
              </a:rPr>
              <a:t>Course Instructor:</a:t>
            </a:r>
            <a:endParaRPr lang="en-IN" sz="2400" u="sng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34FB53-892B-92F1-AC02-9FE9D9B940EE}"/>
              </a:ext>
            </a:extLst>
          </p:cNvPr>
          <p:cNvSpPr txBox="1"/>
          <p:nvPr/>
        </p:nvSpPr>
        <p:spPr>
          <a:xfrm>
            <a:off x="4572000" y="4752638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N.AKHILA, </a:t>
            </a:r>
            <a:r>
              <a:rPr lang="en-US" dirty="0" err="1"/>
              <a:t>M.Tech</a:t>
            </a:r>
            <a:r>
              <a:rPr lang="en-US" dirty="0"/>
              <a:t>(</a:t>
            </a:r>
            <a:r>
              <a:rPr lang="en-US" dirty="0" err="1"/>
              <a:t>Ph.D</a:t>
            </a:r>
            <a:r>
              <a:rPr lang="en-US" dirty="0"/>
              <a:t>),</a:t>
            </a:r>
          </a:p>
          <a:p>
            <a:r>
              <a:rPr lang="en-US" dirty="0"/>
              <a:t>ASSISTANT PROFESSOR,</a:t>
            </a:r>
          </a:p>
          <a:p>
            <a:r>
              <a:rPr lang="en-US" dirty="0"/>
              <a:t>AIML DEPARTMENT</a:t>
            </a:r>
            <a:endParaRPr lang="en-IN" dirty="0"/>
          </a:p>
        </p:txBody>
      </p:sp>
    </p:spTree>
    <p:extLst>
      <p:ext uri="{59DB2955-81A9-4330-9517-4CB607EFC6F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48511710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/>
        <p:txBody>
          <a:bodyPr>
            <a:normAutofit fontScale="62500" lnSpcReduction="20000"/>
          </a:bodyPr>
          <a:lstStyle/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Project Abstract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Problem Statement &amp; Objectives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Planned Modules / Functions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Users of the system 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Modules/Functionalities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/>
              <a:t>Architecture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ER Diagram / DFD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Planning and Timeline Diagram</a:t>
            </a:r>
          </a:p>
          <a:p>
            <a:pPr marL="914400" lvl="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Role of each individual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2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3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Project Abstract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A82E74-A1DE-B714-2BC1-EF2D794AC9E3}"/>
              </a:ext>
            </a:extLst>
          </p:cNvPr>
          <p:cNvSpPr txBox="1"/>
          <p:nvPr/>
        </p:nvSpPr>
        <p:spPr>
          <a:xfrm>
            <a:off x="609600" y="1447800"/>
            <a:ext cx="113538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Student Result System is a C++ project that helps manage student academic results easily. It stores student details, calculates total marks, average, percentage, and grade automatically. The system reduces manual work and errors by using object-oriented concepts like classes and functions. It provides a simple menu interface to add, search, and display student results efficiently.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4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Problem Statement &amp; 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F31069-1D8A-11E5-07F5-A7323DD57A0F}"/>
              </a:ext>
            </a:extLst>
          </p:cNvPr>
          <p:cNvSpPr txBox="1"/>
          <p:nvPr/>
        </p:nvSpPr>
        <p:spPr>
          <a:xfrm>
            <a:off x="685800" y="917912"/>
            <a:ext cx="10668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result management requires considerable time for calculating marks, assigning grades and identifying student performance. It may also result in calculation and record-management errors.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simple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Result Management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C++.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student information using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 and objects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total, average and percentage automatically.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grades and Pass/Fail status.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student search functionality.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topper(s).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all failed students. 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input validation and duplicate roll-number checking.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5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Planned Modules / Functions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0D4B26-D852-A3FC-B81B-0DCDAC7D19E2}"/>
              </a:ext>
            </a:extLst>
          </p:cNvPr>
          <p:cNvSpPr txBox="1"/>
          <p:nvPr/>
        </p:nvSpPr>
        <p:spPr>
          <a:xfrm>
            <a:off x="990600" y="1600200"/>
            <a:ext cx="11039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Management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Add and store student details such as roll number, name, and subject marks.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Calculation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Calculate total marks, average, percentage, grade, and pass/fail status.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Display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Display the complete academic results of all students in a clear format.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Search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Search and display a particular student's result using the roll number.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Topper Identification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Find and display the student or students who have achieved the highest average marks.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Failed Student Display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and display all students who have failed in the examination.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Validate menu choices, marks, and roll numbers to prevent invalid or duplicate entries.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BC3698-B926-FCD8-3E34-A0BCA597160E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695400" y="1371600"/>
            <a:ext cx="10689285" cy="4721695"/>
          </a:xfrm>
        </p:spPr>
        <p:txBody>
          <a:bodyPr>
            <a:normAutofit/>
          </a:bodyPr>
          <a:lstStyle/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Faculty / Teachers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Enter student details and marks. 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View complete student results. 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Search individual student records. 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Identify toppers and failed students. </a:t>
            </a:r>
          </a:p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400" b="1" dirty="0"/>
              <a:t>Academic Staff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Manage student result records. 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Review overall student performance. </a:t>
            </a:r>
          </a:p>
          <a:p>
            <a:pPr marL="800100" indent="-342900">
              <a:buFont typeface="Wingdings" panose="05000000000000000000" pitchFamily="2" charset="2"/>
              <a:buChar char="Ø"/>
            </a:pPr>
            <a:r>
              <a:rPr lang="en-IN" sz="2400" b="1"/>
              <a:t> </a:t>
            </a:r>
            <a:r>
              <a:rPr lang="en-IN" sz="2400" b="1" dirty="0"/>
              <a:t>Students</a:t>
            </a:r>
          </a:p>
          <a:p>
            <a:pPr marL="800100" lvl="0" indent="-342900">
              <a:buFont typeface="Wingdings" panose="05000000000000000000" pitchFamily="2" charset="2"/>
              <a:buChar char="q"/>
            </a:pPr>
            <a:r>
              <a:rPr lang="en-IN" sz="2400" dirty="0"/>
              <a:t>View their academic result details.</a:t>
            </a:r>
          </a:p>
          <a:p>
            <a:pPr algn="just">
              <a:lnSpc>
                <a:spcPct val="150000"/>
              </a:lnSpc>
            </a:pPr>
            <a:endParaRPr lang="en-IN" sz="24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6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Users of the System</a:t>
            </a: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7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Modules / Functionalities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813711-7A58-88E0-8F89-04B44827F3F8}"/>
              </a:ext>
            </a:extLst>
          </p:cNvPr>
          <p:cNvSpPr txBox="1"/>
          <p:nvPr/>
        </p:nvSpPr>
        <p:spPr>
          <a:xfrm>
            <a:off x="217842" y="1447800"/>
            <a:ext cx="1212655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Student Management</a:t>
            </a:r>
            <a:r>
              <a:rPr lang="en-IN" sz="2000" dirty="0"/>
              <a:t> – Add and store student details such as roll number, name, and subject marks.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Result Calculation</a:t>
            </a:r>
            <a:r>
              <a:rPr lang="en-IN" sz="2000" dirty="0"/>
              <a:t> – Calculate total marks, average, percentage, grade, and pass/fail status.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Result Display</a:t>
            </a:r>
            <a:r>
              <a:rPr lang="en-IN" sz="2000" dirty="0"/>
              <a:t> – Display the complete academic results of all students in a clear format.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Student Search</a:t>
            </a:r>
            <a:r>
              <a:rPr lang="en-IN" sz="2000" dirty="0"/>
              <a:t> – Search and display a particular student's result using the roll number.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Topper Identification</a:t>
            </a:r>
            <a:r>
              <a:rPr lang="en-IN" sz="2000" dirty="0"/>
              <a:t> – Find and display the student or students who have achieved the highest average marks.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Failed Student Display</a:t>
            </a:r>
            <a:r>
              <a:rPr lang="en-IN" sz="2000" dirty="0"/>
              <a:t> – Identify and display all students who have failed in the examination.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b="1" dirty="0"/>
              <a:t>Input Validation</a:t>
            </a:r>
            <a:r>
              <a:rPr lang="en-IN" sz="2000" dirty="0"/>
              <a:t> – Validate menu choices, marks, and roll numbers to prevent invalid or duplicate entries.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8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Architecture Diagram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4176BE-6834-7BA4-A4E5-892E04C97D83}"/>
              </a:ext>
            </a:extLst>
          </p:cNvPr>
          <p:cNvSpPr txBox="1"/>
          <p:nvPr/>
        </p:nvSpPr>
        <p:spPr>
          <a:xfrm>
            <a:off x="914400" y="1143000"/>
            <a:ext cx="11125200" cy="502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EB23971-2E20-E2AD-DEC4-EA6847198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0" y="1036429"/>
            <a:ext cx="3882808" cy="496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9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3886200" y="433845"/>
            <a:ext cx="522338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40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ER Diagram / DFD</a:t>
            </a:r>
          </a:p>
        </p:txBody>
      </p:sp>
      <p:sp>
        <p:nvSpPr>
          <p:cNvPr id="8" name="Rectangle 7"/>
          <p:cNvSpPr/>
          <p:nvPr/>
        </p:nvSpPr>
        <p:spPr>
          <a:xfrm>
            <a:off x="1253287" y="1594712"/>
            <a:ext cx="1752182" cy="599779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98702" y="1672494"/>
            <a:ext cx="1755098" cy="565579"/>
          </a:xfrm>
          <a:prstGeom prst="rect">
            <a:avLst/>
          </a:prstGeom>
          <a:solidFill>
            <a:srgbClr val="2E5B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" name="Diamond 10"/>
          <p:cNvSpPr/>
          <p:nvPr/>
        </p:nvSpPr>
        <p:spPr>
          <a:xfrm>
            <a:off x="5168461" y="1347025"/>
            <a:ext cx="1994336" cy="1154863"/>
          </a:xfrm>
          <a:prstGeom prst="diamond">
            <a:avLst/>
          </a:prstGeom>
          <a:solidFill>
            <a:srgbClr val="C45B2E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47677" y="2966042"/>
            <a:ext cx="2435904" cy="502920"/>
          </a:xfrm>
          <a:prstGeom prst="rect">
            <a:avLst/>
          </a:prstGeom>
          <a:solidFill>
            <a:srgbClr val="2E868A"/>
          </a:solidFill>
          <a:ln w="15875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Calibri"/>
              </a:rPr>
              <a:t>MENU OPTIONS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5394960"/>
            <a:ext cx="457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45B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7" name="Oval 26"/>
          <p:cNvSpPr/>
          <p:nvPr/>
        </p:nvSpPr>
        <p:spPr>
          <a:xfrm>
            <a:off x="594360" y="3651932"/>
            <a:ext cx="123444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dirty="0">
                <a:solidFill>
                  <a:srgbClr val="222222"/>
                </a:solidFill>
                <a:latin typeface="Calibri"/>
              </a:rPr>
              <a:t>ROLL_NO</a:t>
            </a:r>
          </a:p>
        </p:txBody>
      </p:sp>
      <p:sp>
        <p:nvSpPr>
          <p:cNvPr id="28" name="Oval 27"/>
          <p:cNvSpPr/>
          <p:nvPr/>
        </p:nvSpPr>
        <p:spPr>
          <a:xfrm>
            <a:off x="2251507" y="3737593"/>
            <a:ext cx="10515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sz="1100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0" y="2664697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0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</a:p>
        </p:txBody>
      </p:sp>
      <p:sp>
        <p:nvSpPr>
          <p:cNvPr id="32" name="Oval 31"/>
          <p:cNvSpPr/>
          <p:nvPr/>
        </p:nvSpPr>
        <p:spPr>
          <a:xfrm>
            <a:off x="3204898" y="2859608"/>
            <a:ext cx="128016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 MARKS</a:t>
            </a:r>
            <a:endParaRPr sz="1100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380749" y="2926080"/>
            <a:ext cx="109728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</a:t>
            </a:r>
            <a:endParaRPr sz="1100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11003280" y="2845985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GRADE</a:t>
            </a:r>
          </a:p>
        </p:txBody>
      </p:sp>
      <p:sp>
        <p:nvSpPr>
          <p:cNvPr id="38" name="Oval 37"/>
          <p:cNvSpPr/>
          <p:nvPr/>
        </p:nvSpPr>
        <p:spPr>
          <a:xfrm>
            <a:off x="10833452" y="3903392"/>
            <a:ext cx="118872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</a:t>
            </a:r>
          </a:p>
        </p:txBody>
      </p:sp>
      <p:sp>
        <p:nvSpPr>
          <p:cNvPr id="41" name="Oval 40"/>
          <p:cNvSpPr/>
          <p:nvPr/>
        </p:nvSpPr>
        <p:spPr>
          <a:xfrm>
            <a:off x="8698433" y="3773411"/>
            <a:ext cx="137160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dirty="0">
                <a:solidFill>
                  <a:srgbClr val="222222"/>
                </a:solidFill>
                <a:latin typeface="Calibri"/>
              </a:rPr>
              <a:t>PERCENTAGE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4A139EAB-4584-CBED-941B-4CC630955D83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3005469" y="1894602"/>
            <a:ext cx="2162992" cy="29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ED3954B-FA90-5C36-F417-E3300309062D}"/>
              </a:ext>
            </a:extLst>
          </p:cNvPr>
          <p:cNvCxnSpPr>
            <a:stCxn id="11" idx="3"/>
            <a:endCxn id="10" idx="1"/>
          </p:cNvCxnSpPr>
          <p:nvPr/>
        </p:nvCxnSpPr>
        <p:spPr>
          <a:xfrm>
            <a:off x="7162797" y="1924457"/>
            <a:ext cx="2435905" cy="30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A0EDA84-D2C9-A836-0FDA-DF1E72A87C47}"/>
              </a:ext>
            </a:extLst>
          </p:cNvPr>
          <p:cNvCxnSpPr>
            <a:stCxn id="8" idx="2"/>
            <a:endCxn id="28" idx="0"/>
          </p:cNvCxnSpPr>
          <p:nvPr/>
        </p:nvCxnSpPr>
        <p:spPr>
          <a:xfrm>
            <a:off x="2129378" y="2194491"/>
            <a:ext cx="647909" cy="154310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84176A3-04BC-17E1-8C20-2BDE98EDAB92}"/>
              </a:ext>
            </a:extLst>
          </p:cNvPr>
          <p:cNvCxnSpPr>
            <a:stCxn id="8" idx="2"/>
            <a:endCxn id="27" idx="0"/>
          </p:cNvCxnSpPr>
          <p:nvPr/>
        </p:nvCxnSpPr>
        <p:spPr>
          <a:xfrm flipH="1">
            <a:off x="1211580" y="2194491"/>
            <a:ext cx="917798" cy="145744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4D1A526-DFFB-ABB2-A6B8-FD0A0C132059}"/>
              </a:ext>
            </a:extLst>
          </p:cNvPr>
          <p:cNvCxnSpPr>
            <a:stCxn id="8" idx="2"/>
            <a:endCxn id="31" idx="0"/>
          </p:cNvCxnSpPr>
          <p:nvPr/>
        </p:nvCxnSpPr>
        <p:spPr>
          <a:xfrm flipH="1">
            <a:off x="594360" y="2194491"/>
            <a:ext cx="1535018" cy="4702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DC9AFCE-E272-F54D-F34E-5225CBD0B864}"/>
              </a:ext>
            </a:extLst>
          </p:cNvPr>
          <p:cNvCxnSpPr>
            <a:stCxn id="8" idx="2"/>
            <a:endCxn id="32" idx="0"/>
          </p:cNvCxnSpPr>
          <p:nvPr/>
        </p:nvCxnSpPr>
        <p:spPr>
          <a:xfrm>
            <a:off x="2129378" y="2194491"/>
            <a:ext cx="1715600" cy="66511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Oval 66">
            <a:extLst>
              <a:ext uri="{FF2B5EF4-FFF2-40B4-BE49-F238E27FC236}">
                <a16:creationId xmlns:a16="http://schemas.microsoft.com/office/drawing/2014/main" id="{371FC798-A912-6001-A7BD-8A147ADFA3B7}"/>
              </a:ext>
            </a:extLst>
          </p:cNvPr>
          <p:cNvSpPr/>
          <p:nvPr/>
        </p:nvSpPr>
        <p:spPr>
          <a:xfrm>
            <a:off x="9886633" y="4446849"/>
            <a:ext cx="1097280" cy="502920"/>
          </a:xfrm>
          <a:prstGeom prst="ellipse">
            <a:avLst/>
          </a:prstGeom>
          <a:solidFill>
            <a:srgbClr val="EAF1F7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0" rIns="18288" bIns="0" rtlCol="0" anchor="ctr"/>
          <a:lstStyle/>
          <a:p>
            <a:pPr algn="ctr"/>
            <a:r>
              <a:rPr sz="1100" u="none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endParaRPr lang="en-IN" sz="1100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10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PASS/FAIL)</a:t>
            </a:r>
            <a:endParaRPr lang="en-IN" sz="1100" u="none" dirty="0">
              <a:solidFill>
                <a:srgbClr val="2222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D059A8BD-F4DC-8866-78A8-9285AD8B9369}"/>
              </a:ext>
            </a:extLst>
          </p:cNvPr>
          <p:cNvCxnSpPr>
            <a:stCxn id="11" idx="2"/>
            <a:endCxn id="22" idx="0"/>
          </p:cNvCxnSpPr>
          <p:nvPr/>
        </p:nvCxnSpPr>
        <p:spPr>
          <a:xfrm>
            <a:off x="6165629" y="2501888"/>
            <a:ext cx="0" cy="4641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0DE129B-5C47-94EF-0A77-4E2B90568B3A}"/>
              </a:ext>
            </a:extLst>
          </p:cNvPr>
          <p:cNvCxnSpPr>
            <a:stCxn id="10" idx="2"/>
            <a:endCxn id="33" idx="7"/>
          </p:cNvCxnSpPr>
          <p:nvPr/>
        </p:nvCxnSpPr>
        <p:spPr>
          <a:xfrm flipH="1">
            <a:off x="9317336" y="2238073"/>
            <a:ext cx="1158915" cy="76165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E1FA370C-D82A-936C-192B-FBE2F590F935}"/>
              </a:ext>
            </a:extLst>
          </p:cNvPr>
          <p:cNvCxnSpPr>
            <a:cxnSpLocks/>
            <a:stCxn id="10" idx="2"/>
            <a:endCxn id="37" idx="0"/>
          </p:cNvCxnSpPr>
          <p:nvPr/>
        </p:nvCxnSpPr>
        <p:spPr>
          <a:xfrm>
            <a:off x="10476251" y="2238073"/>
            <a:ext cx="1121389" cy="6079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179E09D1-F5CB-B6B1-8433-DD3F5DE07215}"/>
              </a:ext>
            </a:extLst>
          </p:cNvPr>
          <p:cNvCxnSpPr>
            <a:stCxn id="10" idx="2"/>
            <a:endCxn id="38" idx="1"/>
          </p:cNvCxnSpPr>
          <p:nvPr/>
        </p:nvCxnSpPr>
        <p:spPr>
          <a:xfrm>
            <a:off x="10476251" y="2238073"/>
            <a:ext cx="531285" cy="1738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AE974CAC-F0B4-16B4-A8EA-F97BF19F039A}"/>
              </a:ext>
            </a:extLst>
          </p:cNvPr>
          <p:cNvCxnSpPr>
            <a:stCxn id="10" idx="2"/>
            <a:endCxn id="41" idx="7"/>
          </p:cNvCxnSpPr>
          <p:nvPr/>
        </p:nvCxnSpPr>
        <p:spPr>
          <a:xfrm flipH="1">
            <a:off x="9869167" y="2238073"/>
            <a:ext cx="607084" cy="16089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6AA7C59-E17E-773E-7AAB-CEB81FDC86A1}"/>
              </a:ext>
            </a:extLst>
          </p:cNvPr>
          <p:cNvCxnSpPr>
            <a:stCxn id="10" idx="2"/>
            <a:endCxn id="67" idx="0"/>
          </p:cNvCxnSpPr>
          <p:nvPr/>
        </p:nvCxnSpPr>
        <p:spPr>
          <a:xfrm flipH="1">
            <a:off x="10435273" y="2238073"/>
            <a:ext cx="40978" cy="220877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ECD71292-0814-C0FB-F398-AA1BBBACD106}"/>
              </a:ext>
            </a:extLst>
          </p:cNvPr>
          <p:cNvSpPr/>
          <p:nvPr/>
        </p:nvSpPr>
        <p:spPr>
          <a:xfrm>
            <a:off x="5168461" y="3773411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dirty="0"/>
              <a:t>1.ADD STUDENTS</a:t>
            </a:r>
            <a:endParaRPr lang="en-IN" sz="1400" dirty="0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2E550DC-1123-0707-9E41-A40DFF8F8C14}"/>
              </a:ext>
            </a:extLst>
          </p:cNvPr>
          <p:cNvSpPr/>
          <p:nvPr/>
        </p:nvSpPr>
        <p:spPr>
          <a:xfrm>
            <a:off x="5181600" y="4174584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sz="1400" dirty="0"/>
              <a:t>2.DISPLAY STUDENTS</a:t>
            </a:r>
            <a:endParaRPr lang="en-IN" sz="14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618BB2AA-5F46-5241-F067-FE137B66FCFD}"/>
              </a:ext>
            </a:extLst>
          </p:cNvPr>
          <p:cNvSpPr/>
          <p:nvPr/>
        </p:nvSpPr>
        <p:spPr>
          <a:xfrm>
            <a:off x="5183701" y="4641954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3.SEARCH STUDENTS</a:t>
            </a:r>
            <a:endParaRPr lang="en-IN" sz="14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276D2753-340F-8A13-5963-653A50C771B6}"/>
              </a:ext>
            </a:extLst>
          </p:cNvPr>
          <p:cNvSpPr/>
          <p:nvPr/>
        </p:nvSpPr>
        <p:spPr>
          <a:xfrm>
            <a:off x="5168461" y="5083859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4.DISPLAY TOPPER(S)</a:t>
            </a:r>
            <a:endParaRPr lang="en-IN" sz="140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DCCAF9F4-0700-84A6-B772-146F1DD1A4EE}"/>
              </a:ext>
            </a:extLst>
          </p:cNvPr>
          <p:cNvSpPr/>
          <p:nvPr/>
        </p:nvSpPr>
        <p:spPr>
          <a:xfrm>
            <a:off x="5168461" y="5500414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5.DISPLAY FAILED STUDENTS</a:t>
            </a:r>
            <a:endParaRPr lang="en-IN" sz="1200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6DA8FE2-BECB-2D04-4562-A6AB10602C7A}"/>
              </a:ext>
            </a:extLst>
          </p:cNvPr>
          <p:cNvSpPr/>
          <p:nvPr/>
        </p:nvSpPr>
        <p:spPr>
          <a:xfrm>
            <a:off x="5193861" y="5926350"/>
            <a:ext cx="1994336" cy="2616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6.EXIT</a:t>
            </a:r>
            <a:endParaRPr lang="en-IN" sz="1400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83063A4D-8D5E-781E-62EB-B36F2ED4E5C7}"/>
              </a:ext>
            </a:extLst>
          </p:cNvPr>
          <p:cNvCxnSpPr/>
          <p:nvPr/>
        </p:nvCxnSpPr>
        <p:spPr>
          <a:xfrm>
            <a:off x="5029200" y="3468962"/>
            <a:ext cx="0" cy="25881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F214F75D-C811-5B50-1FDE-CF56CD70436E}"/>
              </a:ext>
            </a:extLst>
          </p:cNvPr>
          <p:cNvCxnSpPr>
            <a:endCxn id="92" idx="1"/>
          </p:cNvCxnSpPr>
          <p:nvPr/>
        </p:nvCxnSpPr>
        <p:spPr>
          <a:xfrm>
            <a:off x="5029200" y="6057155"/>
            <a:ext cx="1646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7B35E031-AF14-CA83-C2BE-A392A571F0E5}"/>
              </a:ext>
            </a:extLst>
          </p:cNvPr>
          <p:cNvCxnSpPr>
            <a:stCxn id="81" idx="1"/>
          </p:cNvCxnSpPr>
          <p:nvPr/>
        </p:nvCxnSpPr>
        <p:spPr>
          <a:xfrm flipH="1" flipV="1">
            <a:off x="5029200" y="3903392"/>
            <a:ext cx="139261" cy="8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71C8CAD7-C285-9EAD-DAD0-CE5522035331}"/>
              </a:ext>
            </a:extLst>
          </p:cNvPr>
          <p:cNvCxnSpPr>
            <a:stCxn id="84" idx="1"/>
          </p:cNvCxnSpPr>
          <p:nvPr/>
        </p:nvCxnSpPr>
        <p:spPr>
          <a:xfrm flipH="1">
            <a:off x="5042339" y="4305389"/>
            <a:ext cx="139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3A6DFBE-7A90-9DB8-6B00-AA3323A79148}"/>
              </a:ext>
            </a:extLst>
          </p:cNvPr>
          <p:cNvCxnSpPr>
            <a:stCxn id="86" idx="1"/>
          </p:cNvCxnSpPr>
          <p:nvPr/>
        </p:nvCxnSpPr>
        <p:spPr>
          <a:xfrm flipH="1">
            <a:off x="5029200" y="4772759"/>
            <a:ext cx="15450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CD94A741-21CF-DFC6-E8B6-7B11B96B8342}"/>
              </a:ext>
            </a:extLst>
          </p:cNvPr>
          <p:cNvCxnSpPr>
            <a:stCxn id="88" idx="1"/>
          </p:cNvCxnSpPr>
          <p:nvPr/>
        </p:nvCxnSpPr>
        <p:spPr>
          <a:xfrm flipH="1">
            <a:off x="5029200" y="5214664"/>
            <a:ext cx="139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F6E8806F-6F63-F0E0-0841-22CBD5450CD1}"/>
              </a:ext>
            </a:extLst>
          </p:cNvPr>
          <p:cNvCxnSpPr>
            <a:stCxn id="90" idx="1"/>
          </p:cNvCxnSpPr>
          <p:nvPr/>
        </p:nvCxnSpPr>
        <p:spPr>
          <a:xfrm flipH="1">
            <a:off x="5029200" y="5631219"/>
            <a:ext cx="139261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6700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10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Planning and Timeline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99462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0579" y="1463040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27436" y="1440419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13004" y="1401807"/>
            <a:ext cx="1045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dirty="0">
                <a:solidFill>
                  <a:srgbClr val="1F3A5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1828800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1883664"/>
            <a:ext cx="1045028" cy="384048"/>
          </a:xfrm>
          <a:prstGeom prst="roundRect">
            <a:avLst/>
          </a:prstGeom>
          <a:solidFill>
            <a:srgbClr val="1F3A5F"/>
          </a:solidFill>
          <a:ln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4400" y="2395728"/>
            <a:ext cx="28803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(Class/ER Diagrams)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76948" y="2450592"/>
            <a:ext cx="2090057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14400" y="2962656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Coding &amp; Module Development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21977" y="3017520"/>
            <a:ext cx="3135085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4400" y="3529584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Testing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57062" y="3584448"/>
            <a:ext cx="1567542" cy="384048"/>
          </a:xfrm>
          <a:prstGeom prst="roundRect">
            <a:avLst/>
          </a:prstGeom>
          <a:solidFill>
            <a:srgbClr val="2E5B8A"/>
          </a:solidFill>
          <a:ln>
            <a:solidFill>
              <a:srgbClr val="2E5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4400" y="4096512"/>
            <a:ext cx="28803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 &amp; Final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11097" y="4151376"/>
            <a:ext cx="1045028" cy="384048"/>
          </a:xfrm>
          <a:prstGeom prst="roundRect">
            <a:avLst/>
          </a:prstGeom>
          <a:solidFill>
            <a:srgbClr val="2E868A"/>
          </a:solidFill>
          <a:ln>
            <a:solidFill>
              <a:srgbClr val="2E8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2B478A-2226-B360-8AD2-E37AD61AAA2F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A4A026F9-4B12-44A3-954F-2C895BB9BCA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A7CD3-FDC3-32A7-74E1-968EEFC4A7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C66408-B064-CD45-6F0B-FF7488C8CCC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11</a:t>
            </a:fld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107C4F-2400-B326-479D-154C65509A60}"/>
              </a:ext>
            </a:extLst>
          </p:cNvPr>
          <p:cNvSpPr txBox="1"/>
          <p:nvPr/>
        </p:nvSpPr>
        <p:spPr>
          <a:xfrm>
            <a:off x="1596000" y="433845"/>
            <a:ext cx="9000000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</a:pPr>
            <a:r>
              <a:rPr lang="en-GB" sz="3200" dirty="0">
                <a:solidFill>
                  <a:srgbClr val="0000FF"/>
                </a:solidFill>
                <a:latin typeface="Maiandra GD" panose="020E0502030308020204" pitchFamily="34" charset="0"/>
                <a:cs typeface="Aharoni" panose="02010803020104030203" pitchFamily="2" charset="-79"/>
              </a:rPr>
              <a:t>Role of Each Individual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825956"/>
              </p:ext>
            </p:extLst>
          </p:nvPr>
        </p:nvGraphicFramePr>
        <p:xfrm>
          <a:off x="914400" y="1920240"/>
          <a:ext cx="94183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No.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/ Responsibility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25B11AI908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PASUPULETI SAI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planning, coding, integration, testing and team coordination</a:t>
                      </a:r>
                      <a:endParaRPr sz="18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25B11AI745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MANNEPALLY MARUTHI NAGA SAI SRINIVAS</a:t>
                      </a:r>
                      <a:endParaRPr sz="14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Requirement analysis and testing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25B11AIC03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>
                          <a:solidFill>
                            <a:srgbClr val="000000"/>
                          </a:solidFill>
                          <a:latin typeface="Arial" panose="020B0604020202020204" pitchFamily="34" charset="0"/>
                        </a:rPr>
                        <a:t>THOTAKURI REVANTH</a:t>
                      </a:r>
                      <a:endParaRPr lang="en-US" sz="1400"/>
                    </a:p>
                    <a:p>
                      <a:endParaRPr sz="14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Flowchart, diagrams and documentation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2222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26B21AI099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PASUPULETI VENKATA SURYA HARSHA</a:t>
                      </a:r>
                      <a:endParaRPr sz="1400" b="0" dirty="0">
                        <a:solidFill>
                          <a:srgbClr val="22222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PPT preparation, output verification and presentation</a:t>
                      </a:r>
                    </a:p>
                  </a:txBody>
                  <a:tcPr anchor="ctr"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0977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14BADD-841F-98DA-7B1A-166F39B295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r>
              <a:rPr lang="en-US"/>
              <a:t>PBL Course Name: Object Oriented Programming through C++(2501CS08)     REVIEW-1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C0285F-93AB-F1ED-9404-7BA7181450BB}"/>
              </a:ext>
            </a:extLst>
          </p:cNvPr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3383F8C5-9DCC-4575-9E47-831DF7A3DFC7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FA9194-EE25-3196-F348-A230F71DC1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59D16F-76A5-41BA-ADDD-CBF352B33DDD}" type="slidenum">
              <a:rPr lang="en-IN" smtClean="0"/>
              <a:t>12</a:t>
            </a:fld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B545F3-2E69-E049-C59F-A53A0DAFBC41}"/>
              </a:ext>
            </a:extLst>
          </p:cNvPr>
          <p:cNvSpPr txBox="1"/>
          <p:nvPr/>
        </p:nvSpPr>
        <p:spPr>
          <a:xfrm>
            <a:off x="1219200" y="1447800"/>
            <a:ext cx="10363200" cy="464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6159799-4BDD-C019-C8C9-95C23D8E6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1583" y="1524000"/>
            <a:ext cx="7010400" cy="3667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68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4999"/>
                <a:lumMod val="110000"/>
              </a:schemeClr>
            </a:gs>
            <a:gs pos="50000">
              <a:schemeClr val="phClr">
                <a:tint val="73000"/>
                <a:satMod val="103000"/>
                <a:lumMod val="104999"/>
              </a:schemeClr>
            </a:gs>
            <a:gs pos="100000">
              <a:schemeClr val="phClr">
                <a:tint val="81000"/>
                <a:satMod val="109000"/>
                <a:lumMod val="104999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>
          <a:solidFill>
            <a:schemeClr val="phClr"/>
          </a:solidFill>
          <a:prstDash val="solid"/>
          <a:miter lim="800000"/>
        </a:ln>
        <a:ln w="12700" cap="flat">
          <a:solidFill>
            <a:schemeClr val="phClr"/>
          </a:solidFill>
          <a:prstDash val="solid"/>
          <a:miter lim="800000"/>
        </a:ln>
        <a:ln w="19050" cap="flat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1099</TotalTime>
  <Words>842</Words>
  <Application>Microsoft Office PowerPoint</Application>
  <PresentationFormat>Widescreen</PresentationFormat>
  <Paragraphs>156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Calibri</vt:lpstr>
      <vt:lpstr>Calibri Light</vt:lpstr>
      <vt:lpstr>Times New Roman</vt:lpstr>
      <vt:lpstr>Maiandra GD</vt:lpstr>
      <vt:lpstr>Wingdings</vt:lpstr>
      <vt:lpstr>Arial Rounded MT Bold</vt:lpstr>
      <vt:lpstr>Aharoni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HP</dc:creator>
  <cp:lastModifiedBy>saipasupuleti314@gmail.com</cp:lastModifiedBy>
  <cp:revision>102</cp:revision>
  <cp:lastPrinted>2025-09-02T05:24:44Z</cp:lastPrinted>
  <dcterms:created xsi:type="dcterms:W3CDTF">2025-05-29T13:02:32Z</dcterms:created>
  <dcterms:modified xsi:type="dcterms:W3CDTF">2026-08-25T04:47:11Z</dcterms:modified>
</cp:coreProperties>
</file>